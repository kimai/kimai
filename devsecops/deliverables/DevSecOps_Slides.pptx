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the application and why DevSecOps. Point at the four stats: they frame the whole talk.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open the Actions page with the green run; expand each stage. Show .github/workflows/devsecops.yml briefly.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vendor/bin/phpunit --group security tests/SecurityTesting/ live. Open one test class and explain a WSTG mapping (e.g. IDOR on timesheets).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the semgrep scan and composer audit live. Explain gating vs audit with the upstream Dockerfile example - audit findings need triage, not automatic build failure.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docker compose ps with three healthy containers, browse https://localhost:8443 (self-signed cert decision). Run deploy.sh if time allows.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run both validation scripts live; open the ZAP baseline report.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advisory (redacted), the 403/200 reproduction difference, and the fix PR. Emphasize the private disclosure process.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show the notification issue and its deduplication comment (from the break-demo), then the reuse evidence.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maintenance guide summary and the green run. Q&amp;A pointer.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12192000" cy="8229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ADCFC"/>
                </a:solidFill>
              </a:rPr>
              <a:t>AUTOMATED CYBERSECURITY TESTING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DevSecOps Integration for Kimai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An on-premise security pipeline: OWASP WSTG-mapped tests, scanners, hardened deployment, DAST and developer notification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</a:rPr>
              <a:t>32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0467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OWASP WSTG tests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6324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C7293"/>
                </a:solidFill>
              </a:rPr>
              <a:t>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13639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pipeline stages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6167"/>
                </a:solidFill>
              </a:rPr>
              <a:t>1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546811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triaged security bug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26680" y="3657600"/>
            <a:ext cx="21031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26680" y="3767328"/>
            <a:ext cx="2103120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799832" y="4621378"/>
            <a:ext cx="195681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cloud resources used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5577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&lt;Your name&gt;  |  &lt;course&gt;  |  &lt;date&gt;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Kimai - open-source time tracking (Symfony 6.4 / PHP, Doctrine, Twig, JSON API)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Pipeline Architecture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GitHub Actions on a self-hosted runner - no cloud deployment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2648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PHPStan L9 | PhpCsFixer | Semgrep (gating + audit) | SonarQube*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51760" y="2240280"/>
            <a:ext cx="256032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1" name="Shape 9"/>
          <p:cNvSpPr/>
          <p:nvPr/>
        </p:nvSpPr>
        <p:spPr>
          <a:xfrm>
            <a:off x="2907792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3017520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17520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composer audit | pnpm audit | Trivy | Dependency-Check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56632" y="2240280"/>
            <a:ext cx="256032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5312664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5422392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22392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32 OWASP WSTG tests + existing security suites (MariaDB svc)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461504" y="2240280"/>
            <a:ext cx="256032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9" name="Shape 17"/>
          <p:cNvSpPr/>
          <p:nvPr/>
        </p:nvSpPr>
        <p:spPr>
          <a:xfrm>
            <a:off x="7717536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7827264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DEPLOY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827264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hardened build | compose | Trivy image | smoke | audit | ZAP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866376" y="2240280"/>
            <a:ext cx="256032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22408" y="1554480"/>
            <a:ext cx="2148840" cy="1737360"/>
          </a:xfrm>
          <a:prstGeom prst="roundRect">
            <a:avLst>
              <a:gd name="adj" fmla="val 6316"/>
            </a:avLst>
          </a:prstGeom>
          <a:solidFill>
            <a:srgbClr val="065A82"/>
          </a:solidFill>
          <a:ln/>
        </p:spPr>
      </p:sp>
      <p:sp>
        <p:nvSpPr>
          <p:cNvPr id="24" name="Text 22"/>
          <p:cNvSpPr/>
          <p:nvPr/>
        </p:nvSpPr>
        <p:spPr>
          <a:xfrm>
            <a:off x="10232136" y="1691640"/>
            <a:ext cx="1929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NOTIFY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232136" y="2103120"/>
            <a:ext cx="19293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de-duplicated GitHub issue + optional webhook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</a:rPr>
              <a:t>Concurrency-controlled, actions pinned by SHA, zizmor-scanned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77640"/>
            <a:ext cx="6766560" cy="2377440"/>
          </a:xfrm>
          <a:prstGeom prst="rect">
            <a:avLst/>
          </a:prstGeom>
          <a:solidFill>
            <a:srgbClr val="CADCFC">
              <a:alpha val="45000"/>
            </a:srgbClr>
          </a:solidFill>
          <a:ln w="12700">
            <a:solidFill>
              <a:srgbClr val="065A82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594360" y="397764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65A82"/>
                </a:solidFill>
              </a:rPr>
              <a:t>[insert screenshot 1: green end-to-end run with all stages]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Security Testing - OWASP WSTG v4.2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32 automated tests in tests/SecurityTesting/ (--group security)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4.4 ATHN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401 without credentials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invalid token: no info leak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disabled account blocked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4.5 ATHZ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3600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IDOR read + modify denied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foreign profile denied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no privilege escalation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366760" y="14173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31352" y="1508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4.6 SESS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67928" y="18928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HttpOnly + SameSite=Lax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Secure flag behavior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cookie_secure=auto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4.7 INPV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408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SQLi on 6 API endpoints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payloads stored inertly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stored XSS escaped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3484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4.8 ERRH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3600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minimal 401/404 bodies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no stack traces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no debug routes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366760" y="3246120"/>
            <a:ext cx="370332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31352" y="3337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4.2 CONF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67928" y="3721608"/>
            <a:ext cx="330098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login throttling on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login CSRF on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APP_DEBUG=0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80960" y="5120640"/>
            <a:ext cx="3977640" cy="1234440"/>
          </a:xfrm>
          <a:prstGeom prst="rect">
            <a:avLst/>
          </a:prstGeom>
          <a:solidFill>
            <a:srgbClr val="CADCFC">
              <a:alpha val="45000"/>
            </a:srgbClr>
          </a:solidFill>
          <a:ln w="12700">
            <a:solidFill>
              <a:srgbClr val="065A82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7772400" y="5120640"/>
            <a:ext cx="3794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65A82"/>
                </a:solidFill>
              </a:rPr>
              <a:t>[insert: phpunit OK (32 tests)]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Static Analysis &amp; Open Source Scanners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gating fails the build - audit informs triage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5778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813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</a:rPr>
              <a:t>GATING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41"/>
                </a:solidFill>
              </a:rPr>
              <a:t>Semgrep Kimai taint ruleset - 0 findings / 1047 files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41"/>
                </a:solidFill>
              </a:rPr>
              <a:t>PHPStan level 9 (src + tests)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41"/>
                </a:solidFill>
              </a:rPr>
              <a:t>composer audit + pnpm audit - clean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41"/>
                </a:solidFill>
              </a:rPr>
              <a:t>Trivy vulnerabilities + secrets (HIGH/CRITICAL)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5778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813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</a:rPr>
              <a:t>AUDIT (reported, no hard fail)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1920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41"/>
                </a:solidFill>
              </a:rPr>
              <a:t>Semgrep p/php + p/security-audit packs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41"/>
                </a:solidFill>
              </a:rPr>
              <a:t>Trivy misconfig: 3 HIGH in upstream Dockerfile (no USER, no --no-install-recommends) - triaged</a:t>
            </a:r>
            <a:endParaRPr lang="en-US" sz="125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41"/>
                </a:solidFill>
              </a:rPr>
              <a:t>OWASP Dependency-Check (experimental PHP analyzer)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6583680" cy="1920240"/>
          </a:xfrm>
          <a:prstGeom prst="rect">
            <a:avLst/>
          </a:prstGeom>
          <a:solidFill>
            <a:srgbClr val="CADCFC">
              <a:alpha val="45000"/>
            </a:srgbClr>
          </a:solidFill>
          <a:ln w="12700">
            <a:solidFill>
              <a:srgbClr val="065A82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4348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65A82"/>
                </a:solidFill>
              </a:rPr>
              <a:t>[insert: semgrep scan / composer audit terminal]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Automated Secure Deployment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deploy.sh: certs - persistent secrets - build - compose - migrations - readiness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NGINX :443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TLS 1.2/1.3, HSTS, headers, rate limit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1783080"/>
            <a:ext cx="256032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1" name="Shape 9"/>
          <p:cNvSpPr/>
          <p:nvPr/>
        </p:nvSpPr>
        <p:spPr>
          <a:xfrm>
            <a:off x="3593592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3730752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 :8001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30752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Apache+PHP, APP_DEBUG=0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28232" y="1783080"/>
            <a:ext cx="256032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6684264" y="141732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6821424" y="15361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MariaDB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21424" y="190195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internal network only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83464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</a:rPr>
              <a:t>Hardening: no-new-privileges, read-only nginx + minimal caps, sensitive-path denies, login rate limiting</a:t>
            </a:r>
            <a:endParaRPr lang="en-US" sz="13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</a:rPr>
              <a:t>Secrets: random per environment, persisted off the CI-wiped checkout (/opt/kimai/devsecops-deploy)</a:t>
            </a:r>
            <a:endParaRPr lang="en-US" sz="13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</a:rPr>
              <a:t>CSP in Report-Only mode - deliberate trade-off for inline frontend assets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6583680" cy="2011680"/>
          </a:xfrm>
          <a:prstGeom prst="rect">
            <a:avLst/>
          </a:prstGeom>
          <a:solidFill>
            <a:srgbClr val="CADCFC">
              <a:alpha val="45000"/>
            </a:srgbClr>
          </a:solidFill>
          <a:ln w="12700">
            <a:solidFill>
              <a:srgbClr val="065A82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94360" y="434340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65A82"/>
                </a:solidFill>
              </a:rPr>
              <a:t>[insert: Deployment finished + browser login at https://localhost:8443]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Post-Deployment Validation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automated checks gate every deployment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</a:rPr>
              <a:t>4/4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7607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smoke test PASS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</a:rPr>
              <a:t>22/22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45643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config audit PASS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</a:rPr>
              <a:t>ZAP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33679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baseline PASS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0" y="14630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1572768"/>
            <a:ext cx="26517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</a:rPr>
              <a:t>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217152" y="2540203"/>
            <a:ext cx="25054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HIGH/CRITICAL in lockfiles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4290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</a:rPr>
              <a:t>smoke: HTTPS 200, content marker, HTTP-&gt;HTTPS 301, API 401 unauthenticated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</a:rPr>
              <a:t>audit: HSTS, cookie flags incl. Secure, TLS 1.0/1.1 rejected, TRACE 405, sensitive paths blocked, no debug leakage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</a:rPr>
              <a:t>OWASP ZAP baseline passive DAST - FAIL alerts gate the build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892040"/>
            <a:ext cx="6583680" cy="1508760"/>
          </a:xfrm>
          <a:prstGeom prst="rect">
            <a:avLst/>
          </a:prstGeom>
          <a:solidFill>
            <a:srgbClr val="CADCFC">
              <a:alpha val="45000"/>
            </a:srgbClr>
          </a:solidFill>
          <a:ln w="12700">
            <a:solidFill>
              <a:srgbClr val="065A8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489204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65A82"/>
                </a:solidFill>
              </a:rPr>
              <a:t>[insert: smoke-test + security-audit PASS output]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Bug Report &amp; Responsible Disclosure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private advisory - PoC - triage - regression-tested fix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6949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</a:rPr>
              <a:t>GHSA-pvc4-crg3-gj44 (triaged)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</a:rPr>
              <a:t>Missing authorization on project view export - any ROLE_USER could download the project overview XLSX</a:t>
            </a:r>
            <a:endParaRPr lang="en-US" sz="12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</a:rPr>
              <a:t>Root cause: method-level guards instead of class-level (only reporting controller structured that way)</a:t>
            </a:r>
            <a:endParaRPr lang="en-US" sz="12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</a:rPr>
              <a:t>Fix: both IsGranted attributes moved to class level + 4 regression tests (verified failing without the fix)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26680" y="1371600"/>
            <a:ext cx="393192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813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Lesson learned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92024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1"/>
                </a:solidFill>
              </a:rPr>
              <a:t>GHSA-pjrx-mwv9-j9vf was rejected: documented behavior, super-admin-only by default. Verify the documented threat model before filing.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343400"/>
            <a:ext cx="6949440" cy="2011680"/>
          </a:xfrm>
          <a:prstGeom prst="rect">
            <a:avLst/>
          </a:prstGeom>
          <a:solidFill>
            <a:srgbClr val="CADCFC">
              <a:alpha val="45000"/>
            </a:srgbClr>
          </a:solidFill>
          <a:ln w="12700">
            <a:solidFill>
              <a:srgbClr val="065A82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3434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65A82"/>
                </a:solidFill>
              </a:rPr>
              <a:t>[insert: advisory thread (redacted) + fix PR with green checks]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051560"/>
            <a:ext cx="1219200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6304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Developer Notification, Collaboration &amp; Reuse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built so the maintainers can adopt it unchanged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508760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Notification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1892808"/>
            <a:ext cx="508406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failure or finding -&gt; notify job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search open 'devsecops' issues first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comment on existing issue (de-dupe)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otherwise create labeled issue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optional Slack/Discord webhook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508760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Reuse story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19088" y="1892808"/>
            <a:ext cx="508406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SAST identical to upstream linting.yaml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same MariaDB service + test bootstrap as testing.yaml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deployment uses the repository Dockerfile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regression tests inside existing test classes</a:t>
            </a:r>
            <a:endParaRPr lang="en-US" sz="10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</a:rPr>
              <a:t>tests run via the project's composer scripts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6583680" cy="2286000"/>
          </a:xfrm>
          <a:prstGeom prst="rect">
            <a:avLst/>
          </a:prstGeom>
          <a:solidFill>
            <a:srgbClr val="CADCFC">
              <a:alpha val="45000"/>
            </a:srgbClr>
          </a:solidFill>
          <a:ln w="12700">
            <a:solidFill>
              <a:srgbClr val="065A82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" y="406908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65A82"/>
                </a:solidFill>
              </a:rPr>
              <a:t>[insert: notification issue + maintainer/reuse evidence (redacted)]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Maintenance, Lessons Learned &amp; 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1325880"/>
            <a:ext cx="12192000" cy="640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00200"/>
            <a:ext cx="10607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</a:rPr>
              <a:t>Gating security rules need ~zero false positives - one Semgrep false positive triaged and annotated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</a:rPr>
              <a:t>Gating vs audit: Trivy misconfig must inform, not hard-fail (upstream Dockerfile findings)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</a:rPr>
              <a:t>Pipelines are hardened against their real environment - six runner failure classes found via live logs and fixed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</a:rPr>
              <a:t>Read the documented threat model before filing (rejected advisory)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</a:rPr>
              <a:t>Reuse beats novelty: upstream conventions made every review conversation easy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</a:rPr>
              <a:t>100%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5039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on-premise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</a:rPr>
              <a:t>32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5643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WSTG tests green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8932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</a:rPr>
              <a:t>22/22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06247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hardening checks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95360" y="4434840"/>
            <a:ext cx="23774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0" y="4544568"/>
            <a:ext cx="237744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6167"/>
                </a:solidFill>
              </a:rPr>
              <a:t>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668512" y="5455310"/>
            <a:ext cx="2231136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</a:rPr>
              <a:t>triaged bug + fix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Future: enforcing CSP, authenticated ZAP scans, SAML/LDAP coverage, promote audit scanners to gating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Cybersecurity Testing &amp; DevSecOps Integration</dc:title>
  <dc:subject>PptxGenJS Presentation</dc:subject>
  <dc:creator>DevSecOps Project</dc:creator>
  <cp:lastModifiedBy>DevSecOps Project</cp:lastModifiedBy>
  <cp:revision>1</cp:revision>
  <dcterms:created xsi:type="dcterms:W3CDTF">2026-08-02T22:47:31Z</dcterms:created>
  <dcterms:modified xsi:type="dcterms:W3CDTF">2026-08-02T22:47:31Z</dcterms:modified>
</cp:coreProperties>
</file>