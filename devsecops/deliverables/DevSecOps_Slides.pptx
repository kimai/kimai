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application and why DevSecOps. Point at the four stats: they frame the whole talk. Each member records their own video of the same length; bug reports are individual submissions.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open the Actions page with the green run; expand each stage. Show .github/workflows/devsecops.yml briefly.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vendor/bin/phpunit --group security tests/SecurityTesting/ live. Open one test class and explain a WSTG mapping (e.g. IDOR on timesheets).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the semgrep scan and composer audit live. Explain gating vs audit with the upstream Dockerfile example - audit findings need triage, not automatic build failure.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docker compose ps with three healthy containers, browse https://localhost:8443 (self-signed cert decision). Run deploy.sh if time allows.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both validation scripts live; open the ZAP baseline report.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advisory (redacted), the 403/200 reproduction difference, and the fix PR. Emphasize the private disclosure process.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show the notification issue and its deduplication comment (from the break-demo), then the reuse evidence.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maintenance guide summary and the green run. Q&amp;A pointer.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2000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9A227"/>
                </a:solidFill>
              </a:rPr>
              <a:t>AUTOMATED CYBERSECURITY TESTING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DevSecOps Integration for Kimai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DCE4"/>
                </a:solidFill>
              </a:rPr>
              <a:t>An on-premise security pipeline: OWASP WSTG-mapped tests, scanners, hardened deployment, DAST and developer notification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0467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OWASP WSTG tests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D6B7A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3639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pipeline stages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46811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security bug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9983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cloud resources used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Group 1: Abdul-Ramon Adeyemi Folarin  ·  Immanuel Guarin  ·  Sherman Law  ·  Suranjit Paul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897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Application Security Methodology  |  Instructor: Mark Shtern  |  August 2026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Kimai - open-source time tracking (Symfony 6.4 / PHP, Doctrine, Twig, JSON API)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Pipeline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GitHub Actions on a self-hosted runner - no cloud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PHPStan L9 | PhpCsFixer | Semgrep (gating + audit) | SonarQube*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51760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2907792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composer audit | pnpm audit | Trivy | Dependency-Check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56632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5312664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5422392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22392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32 OWASP WSTG tests + existing security suites (MariaDB svc)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61504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9" name="Shape 17"/>
          <p:cNvSpPr/>
          <p:nvPr/>
        </p:nvSpPr>
        <p:spPr>
          <a:xfrm>
            <a:off x="7717536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0" name="Text 18"/>
          <p:cNvSpPr/>
          <p:nvPr/>
        </p:nvSpPr>
        <p:spPr>
          <a:xfrm>
            <a:off x="7827264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827264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hardened build | compose | Trivy image | smoke | audit | ZAP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866376" y="22402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22408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33415C"/>
          </a:solidFill>
          <a:ln/>
        </p:spPr>
      </p:sp>
      <p:sp>
        <p:nvSpPr>
          <p:cNvPr id="24" name="Text 22"/>
          <p:cNvSpPr/>
          <p:nvPr/>
        </p:nvSpPr>
        <p:spPr>
          <a:xfrm>
            <a:off x="10232136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232136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CE4"/>
                </a:solidFill>
              </a:rPr>
              <a:t>de-duplicated GitHub issue + optional webhook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3"/>
                </a:solidFill>
              </a:rPr>
              <a:t>Concurrency-controlled, actions pinned by SHA, zizmor-scanned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77640"/>
            <a:ext cx="6766560" cy="2377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94360" y="39776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 screenshot 1: green end-to-end run with all stages]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Security Testing - OWASP WSTG v4.2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32 automated tests in tests/SecurityTesting/ (--group security)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4.4 ATHN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401 without credentials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invalid token: no info leak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disabled account blocked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4.5 ATHZ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600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IDOR read + modify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foreign profile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privilege escalation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6676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4.6 SESS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6792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HttpOnly + SameSite=Lax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Secure flag behavior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cookie_secure=auto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4.7 INPV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SQLi on 6 API endpoints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payloads stored inertly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stored XSS escaped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4.8 ERRH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3600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minimal 401/404 bodies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stack traces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no debug routes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6676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5D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135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4.2 CONF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6792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throttling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login CSRF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APP_DEBUG=0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0" y="5120640"/>
            <a:ext cx="3977640" cy="12344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7772400" y="512064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phpunit OK (32 tests)]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Static Analysis &amp; Open Source Scanners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gating fails the build - audit informs triage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7D44"/>
                </a:solidFill>
              </a:rPr>
              <a:t>GATING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Kimai taint ruleset - 0 findings / 1047 files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PHPStan level 9 (src + tests)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composer audit + pnpm audit - clean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vulnerabilities + secrets (HIGH/CRITICAL)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5D6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D6B7A"/>
                </a:solidFill>
              </a:rPr>
              <a:t>AUDIT (reported, no hard fail)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Semgrep p/php + p/security-audit packs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Trivy misconfig: 3 HIGH in upstream Dockerfile (no USER, no --no-install-recommends) - triaged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A33"/>
                </a:solidFill>
              </a:rPr>
              <a:t>OWASP Dependency-Check (experimental PHP analyzer)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6583680" cy="192024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4348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semgrep scan / composer audit terminal]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Automated Secure Deployment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deploy.sh: certs - persistent secrets - build - compose - migrations - readiness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NGINX :443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TLS 1.2/1.3, HSTS, headers, rate limit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1" name="Shape 9"/>
          <p:cNvSpPr/>
          <p:nvPr/>
        </p:nvSpPr>
        <p:spPr>
          <a:xfrm>
            <a:off x="3593592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:8001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0752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Apache+PHP, APP_DEBUG=0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28232" y="1783080"/>
            <a:ext cx="256032" cy="365760"/>
          </a:xfrm>
          <a:prstGeom prst="rightArrow">
            <a:avLst/>
          </a:prstGeom>
          <a:solidFill>
            <a:srgbClr val="5D6B7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3341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21424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MariaDB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21424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DCE4"/>
                </a:solidFill>
              </a:rPr>
              <a:t>internal network only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8346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Hardening: no-new-privileges, read-only nginx + minimal caps, sensitive-path denies, login rate limiting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Secrets: random per environment, persisted off the CI-wiped checkout (/opt/kimai/devsecops-deploy)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CSP in Report-Only mode - deliberate trade-off for inline frontend assets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658368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" y="4343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Deployment finished + browser login at https://localhost:8443]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Post-Deployment Validation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automated checks gate every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4/4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7607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smoke test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5643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config audit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ZAP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3679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baseline PASS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21715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HIGH/CRITICAL in lockfiles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smoke: HTTPS 200, content marker, HTTP-&gt;HTTPS 301, API 401 unauthenticated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audit: HSTS, cookie flags incl. Secure, TLS 1.0/1.1 rejected, TRACE 405, sensitive paths blocked, no debug leakage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32A33"/>
                </a:solidFill>
              </a:rPr>
              <a:t>OWASP ZAP baseline passive DAST - FAIL alerts gate the build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583680" cy="150876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489204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smoke-test + security-audit PASS output]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Bug Report &amp; Responsible Disclosure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private advisory - PoC - triage - regression-tested fix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</a:rPr>
              <a:t>GHSA-pvc4-crg3-gj44 (triaged)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Missing authorization on project view export - any ROLE_USER could download the project overview XLSX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Root cause: method-level guards instead of class-level (only reporting controller structured that way)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32A33"/>
                </a:solidFill>
              </a:rPr>
              <a:t>Fix: both IsGranted attributes moved to class level + 4 regression tests (verified failing without the fix)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26680" y="1371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Lesson learned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9202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A33"/>
                </a:solidFill>
              </a:rPr>
              <a:t>GHSA-pjrx-mwv9-j9vf was rejected: documented behavior, super-admin-only by default. Verify the documented threat model before filing.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343400"/>
            <a:ext cx="6949440" cy="201168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343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advisory thread (redacted) + fix PR with green checks]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6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334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Developer Notification, Collaboration &amp; Reuse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built so the maintainers can adopt it unchanged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341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Notification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failure or finding -&gt; notify job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search open 'devsecops' issues first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comment on existing issue (de-dupe)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otherwise create labeled issue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optional Slack/Discord webhook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C"/>
                </a:solidFill>
              </a:rPr>
              <a:t>Reuse story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SAST identical to upstream linting.yaml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same MariaDB service + test bootstrap as testing.yaml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deployment uses the repository Dockerfile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regression tests inside existing test classes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32A33"/>
                </a:solidFill>
              </a:rPr>
              <a:t>tests run via the project's composer scripts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6583680" cy="2286000"/>
          </a:xfrm>
          <a:prstGeom prst="rect">
            <a:avLst/>
          </a:prstGeom>
          <a:solidFill>
            <a:srgbClr val="D8DCE4">
              <a:alpha val="45000"/>
            </a:srgbClr>
          </a:solidFill>
          <a:ln w="12700">
            <a:solidFill>
              <a:srgbClr val="33415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3415C"/>
                </a:solidFill>
              </a:rPr>
              <a:t>[insert: notification issue + maintainer/reuse evidence (redacted)]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Maintenance, Lessons Learned &amp; 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20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10607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security rules need ~zero false positives - one Semgrep false positive triaged and annotated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Gating vs audit: Trivy misconfig must inform, not hard-fail (upstream Dockerfile findings)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Pipelines are hardened against their real environment - six runner failure classes found via live logs and fixed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Read the documented threat model before filing (rejected advisory)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DCE4"/>
                </a:solidFill>
              </a:rPr>
              <a:t>Reuse beats novelty: upstream conventions made every review conversation easy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5039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on-premise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32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5643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WSTG tests green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8932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A7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7D44"/>
                </a:solidFill>
              </a:rPr>
              <a:t>22/22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06247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hardening checks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9E2B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E2B25"/>
                </a:solidFill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6851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2A33"/>
                </a:solidFill>
              </a:rPr>
              <a:t>triaged bug + fix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DCE4"/>
                </a:solidFill>
              </a:rPr>
              <a:t>Future: enforcing CSP, authenticated ZAP scans, SAML/LDAP coverage, promote audit scanners to gating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Cybersecurity Testing &amp; DevSecOps Integration</dc:title>
  <dc:subject>PptxGenJS Presentation</dc:subject>
  <dc:creator>DevSecOps Project</dc:creator>
  <cp:lastModifiedBy>DevSecOps Project</cp:lastModifiedBy>
  <cp:revision>1</cp:revision>
  <dcterms:created xsi:type="dcterms:W3CDTF">2026-08-02T22:50:26Z</dcterms:created>
  <dcterms:modified xsi:type="dcterms:W3CDTF">2026-08-02T22:50:26Z</dcterms:modified>
</cp:coreProperties>
</file>