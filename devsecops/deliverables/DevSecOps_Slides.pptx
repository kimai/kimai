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the application (Symfony/PHP time-tracker with JSON API) and why DevSecOps.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open the Actions page with the green run; expand each stage. Show .github/workflows/devsecops.yml briefly.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vendor/bin/phpunit --group security tests/SecurityTesting/ live; show OK (32 tests). Open one test class and explain a WSTG mapping.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the semgrep scan live; show composer audit output; open the Trivy reports directory. Explain the gating vs audit philosophy with the Dockerfile example.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deploy.sh (or show a recorded run), docker compose ps with healthy containers, browse https://localhost:8443 login. Mention the self-signed cert decision.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both validation scripts live; open the ZAP report.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advisory (redacted), reproduce the 403/200 difference if time allows, show the fix PR.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show the notification issue and the deduplication comment. Present the reuse evidence.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live green run again. Q&amp;A pointer. ~1.5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Automated Cybersecurity Testing &amp; DevSecOps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Project: an on-premise DevSecOps pipeline for Kimai (open-source time-tracking)</a:t>
            </a:r>
          </a:p>
          <a:p>
            <a:pPr>
              <a:spcAft>
                <a:spcPts val="1000"/>
              </a:spcAft>
              <a:defRPr sz="2000"/>
            </a:pPr>
            <a:r>
              <a:t>&lt;Your name&gt; - &lt;course&gt; - &lt;date&gt;</a:t>
            </a:r>
          </a:p>
          <a:p>
            <a:pPr>
              <a:spcAft>
                <a:spcPts val="1000"/>
              </a:spcAft>
              <a:defRPr sz="2000"/>
            </a:pPr>
            <a:r>
              <a:t>Agenda: pipeline - security tests - scanners - deployment - validation - bug report - collaboration - maintenance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Pipeline Architecture (on-premise)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Self-hosted GitHub Actions runner (WSL Ubuntu VM) - no cloud deployment</a:t>
            </a:r>
          </a:p>
          <a:p>
            <a:pPr>
              <a:spcAft>
                <a:spcPts val="1000"/>
              </a:spcAft>
              <a:defRPr sz="2000"/>
            </a:pPr>
            <a:r>
              <a:t>Stages: sast -&gt; sca -&gt; security_tests -&gt; deploy -&gt; notify</a:t>
            </a:r>
          </a:p>
          <a:p>
            <a:pPr>
              <a:spcAft>
                <a:spcPts val="1000"/>
              </a:spcAft>
              <a:defRPr sz="2000"/>
            </a:pPr>
            <a:r>
              <a:t>SAST: PHPStan L9, PhpCsFixer, gating Semgrep taint ruleset (+ audit rulesets, optional SonarQube)</a:t>
            </a:r>
          </a:p>
          <a:p>
            <a:pPr>
              <a:spcAft>
                <a:spcPts val="1000"/>
              </a:spcAft>
              <a:defRPr sz="2000"/>
            </a:pPr>
            <a:r>
              <a:t>SCA: composer audit, pnpm audit, Trivy, OWASP Dependency-Check</a:t>
            </a:r>
          </a:p>
          <a:p>
            <a:pPr>
              <a:spcAft>
                <a:spcPts val="1000"/>
              </a:spcAft>
              <a:defRPr sz="2000"/>
            </a:pPr>
            <a:r>
              <a:t>DAST + validation: Trivy image, smoke test, configuration audit, ZAP baseline</a:t>
            </a:r>
          </a:p>
          <a:p>
            <a:pPr>
              <a:spcAft>
                <a:spcPts val="1000"/>
              </a:spcAft>
              <a:defRPr sz="2000"/>
            </a:pPr>
            <a:r>
              <a:t>Notifications: de-duplicated GitHub issues + optional chat webhook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Security Testing - OWASP WSTG v4.2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32 automated tests (tests/SecurityTesting/, --group security)</a:t>
            </a:r>
          </a:p>
          <a:p>
            <a:pPr>
              <a:spcAft>
                <a:spcPts val="1000"/>
              </a:spcAft>
              <a:defRPr sz="2000"/>
            </a:pPr>
            <a:r>
              <a:t>ATHN: 401 without credentials, invalid token silence, disabled account blocked</a:t>
            </a:r>
          </a:p>
          <a:p>
            <a:pPr>
              <a:spcAft>
                <a:spcPts val="1000"/>
              </a:spcAft>
              <a:defRPr sz="2000"/>
            </a:pPr>
            <a:r>
              <a:t>ATHZ: IDOR read+modify, profile privacy, privilege escalation, restricted endpoints</a:t>
            </a:r>
          </a:p>
          <a:p>
            <a:pPr>
              <a:spcAft>
                <a:spcPts val="1000"/>
              </a:spcAft>
              <a:defRPr sz="2000"/>
            </a:pPr>
            <a:r>
              <a:t>SESS: cookie flags (HttpOnly, SameSite=Lax, Secure behavior)</a:t>
            </a:r>
          </a:p>
          <a:p>
            <a:pPr>
              <a:spcAft>
                <a:spcPts val="1000"/>
              </a:spcAft>
              <a:defRPr sz="2000"/>
            </a:pPr>
            <a:r>
              <a:t>INPV: SQLi on 6 API endpoints, inert storage, stored-XSS escaping, malformed JSON</a:t>
            </a:r>
          </a:p>
          <a:p>
            <a:pPr>
              <a:spcAft>
                <a:spcPts val="1000"/>
              </a:spcAft>
              <a:defRPr sz="2000"/>
            </a:pPr>
            <a:r>
              <a:t>ERRH/CONF: minimal error bodies, no debug routes, X-Robots-Tag, config regression guards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Static Analysis &amp; Open Source Scanners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Semgrep: custom taint ruleset (command injection, object injection, open redirect, path traversal, SSRF, DQL concat, weak hashing, eval) - 0 findings on 1047 files</a:t>
            </a:r>
          </a:p>
          <a:p>
            <a:pPr>
              <a:spcAft>
                <a:spcPts val="1000"/>
              </a:spcAft>
              <a:defRPr sz="2000"/>
            </a:pPr>
            <a:r>
              <a:t>PHPStan level 9 on src and tests</a:t>
            </a:r>
          </a:p>
          <a:p>
            <a:pPr>
              <a:spcAft>
                <a:spcPts val="1000"/>
              </a:spcAft>
              <a:defRPr sz="2000"/>
            </a:pPr>
            <a:r>
              <a:t>composer audit + pnpm audit: clean</a:t>
            </a:r>
          </a:p>
          <a:p>
            <a:pPr>
              <a:spcAft>
                <a:spcPts val="1000"/>
              </a:spcAft>
              <a:defRPr sz="2000"/>
            </a:pPr>
            <a:r>
              <a:t>Trivy: vulnerabilities+secrets gate; misconfigurations audited (upstream Dockerfile findings triaged)</a:t>
            </a:r>
          </a:p>
          <a:p>
            <a:pPr>
              <a:spcAft>
                <a:spcPts val="1000"/>
              </a:spcAft>
              <a:defRPr sz="2000"/>
            </a:pPr>
            <a:r>
              <a:t>OWASP Dependency-Check: informational (experimental PHP analyzer)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Automated Secure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deploy.sh: idempotent - certs, persistent secrets, image build, compose, migrations, readiness</a:t>
            </a:r>
          </a:p>
          <a:p>
            <a:pPr>
              <a:spcAft>
                <a:spcPts val="1000"/>
              </a:spcAft>
              <a:defRPr sz="2000"/>
            </a:pPr>
            <a:r>
              <a:t>nginx TLS proxy: TLS 1.2/1.3, HSTS + secure headers, login rate limiting, sensitive-path denies</a:t>
            </a:r>
          </a:p>
          <a:p>
            <a:pPr>
              <a:spcAft>
                <a:spcPts val="1000"/>
              </a:spcAft>
              <a:defRPr sz="2000"/>
            </a:pPr>
            <a:r>
              <a:t>App: APP_ENV=prod, APP_DEBUG=0; MariaDB on internal-only network; no-new-privileges; read-only nginx</a:t>
            </a:r>
          </a:p>
          <a:p>
            <a:pPr>
              <a:spcAft>
                <a:spcPts val="1000"/>
              </a:spcAft>
              <a:defRPr sz="2000"/>
            </a:pPr>
            <a:r>
              <a:t>CSP in Report-Only mode - deliberate trade-off for inline frontend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Post-Deployment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smoke-test.sh: 4/4 PASS (HTTPS 200, content marker, HTTP-&gt;HTTPS redirect, API 401)</a:t>
            </a:r>
          </a:p>
          <a:p>
            <a:pPr>
              <a:spcAft>
                <a:spcPts val="1000"/>
              </a:spcAft>
              <a:defRPr sz="2000"/>
            </a:pPr>
            <a:r>
              <a:t>security-audit.sh: 22/22 PASS (headers, cookies, TLS floor, TRACE, sensitive paths, debug leakage)</a:t>
            </a:r>
          </a:p>
          <a:p>
            <a:pPr>
              <a:spcAft>
                <a:spcPts val="1000"/>
              </a:spcAft>
              <a:defRPr sz="2000"/>
            </a:pPr>
            <a:r>
              <a:t>OWASP ZAP baseline: passive DAST, FAIL alerts gate</a:t>
            </a:r>
          </a:p>
          <a:p>
            <a:pPr>
              <a:spcAft>
                <a:spcPts val="1000"/>
              </a:spcAft>
              <a:defRPr sz="2000"/>
            </a:pPr>
            <a:r>
              <a:t>Trivy image scan of the deployed container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Bug Report &amp; Responsible Disclosure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GHSA-pvc4-crg3-gj44: missing authorization on project view export (triaged by maintainers)</a:t>
            </a:r>
          </a:p>
          <a:p>
            <a:pPr>
              <a:spcAft>
                <a:spcPts val="1000"/>
              </a:spcAft>
              <a:defRPr sz="2000"/>
            </a:pPr>
            <a:r>
              <a:t>Any ROLE_USER could download the project overview XLSX - method-level guards, not class-level</a:t>
            </a:r>
          </a:p>
          <a:p>
            <a:pPr>
              <a:spcAft>
                <a:spcPts val="1000"/>
              </a:spcAft>
              <a:defRPr sz="2000"/>
            </a:pPr>
            <a:r>
              <a:t>Fix: guards moved to class level + 4 regression tests (verified failing without the fix)</a:t>
            </a:r>
          </a:p>
          <a:p>
            <a:pPr>
              <a:spcAft>
                <a:spcPts val="1000"/>
              </a:spcAft>
              <a:defRPr sz="2000"/>
            </a:pPr>
            <a:r>
              <a:t>GHSA-pjrx-mwv9-j9vf: rejected as documented behavior - lesson: verify the documented threat model</a:t>
            </a:r>
          </a:p>
          <a:p>
            <a:pPr>
              <a:spcAft>
                <a:spcPts val="1000"/>
              </a:spcAft>
              <a:defRPr sz="2000"/>
            </a:pPr>
            <a:r>
              <a:t>Process: private advisory, PoC, maintainer triage, regression-tested fix 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Developer Notification, Collaboration &amp;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Notification: auto-created GitHub issue on failure, comment-deduplication on repeats, optional webhook</a:t>
            </a:r>
          </a:p>
          <a:p>
            <a:pPr>
              <a:spcAft>
                <a:spcPts val="1000"/>
              </a:spcAft>
              <a:defRPr sz="2000"/>
            </a:pPr>
            <a:r>
              <a:t>Collaboration in the project's official security channel (private advisories)</a:t>
            </a:r>
          </a:p>
          <a:p>
            <a:pPr>
              <a:spcAft>
                <a:spcPts val="1000"/>
              </a:spcAft>
              <a:defRPr sz="2000"/>
            </a:pPr>
            <a:r>
              <a:t>Designed for reuse: upstream-identical SAST, same test bootstrap, repo Dockerfile, tests in existing classes</a:t>
            </a:r>
          </a:p>
          <a:p>
            <a:pPr>
              <a:spcAft>
                <a:spcPts val="1000"/>
              </a:spcAft>
              <a:defRPr sz="2000"/>
            </a:pPr>
            <a:r>
              <a:t>Evidence: advisory threads, PR reviews (redacted)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Maintenance, Lessons Learned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Maintenance guide: add tests, tune rules, update tools, interpret reports, version compatibility</a:t>
            </a:r>
          </a:p>
          <a:p>
            <a:pPr>
              <a:spcAft>
                <a:spcPts val="1000"/>
              </a:spcAft>
              <a:defRPr sz="2000"/>
            </a:pPr>
            <a:r>
              <a:t>Gating rules need ~zero false positives; gating vs audit separation</a:t>
            </a:r>
          </a:p>
          <a:p>
            <a:pPr>
              <a:spcAft>
                <a:spcPts val="1000"/>
              </a:spcAft>
              <a:defRPr sz="2000"/>
            </a:pPr>
            <a:r>
              <a:t>Pipelines are hardened against their real environment - six runner failure classes found &amp; fixed</a:t>
            </a:r>
          </a:p>
          <a:p>
            <a:pPr>
              <a:spcAft>
                <a:spcPts val="1000"/>
              </a:spcAft>
              <a:defRPr sz="2000"/>
            </a:pPr>
            <a:r>
              <a:t>Read the documented threat model before filing</a:t>
            </a:r>
          </a:p>
          <a:p>
            <a:pPr>
              <a:spcAft>
                <a:spcPts val="1000"/>
              </a:spcAft>
              <a:defRPr sz="2000"/>
            </a:pPr>
            <a:r>
              <a:t>Result: end-to-end green on-premise pipeline + one triaged bug with regression-tested fix</a:t>
            </a:r>
          </a:p>
          <a:p>
            <a:pPr>
              <a:spcAft>
                <a:spcPts val="1000"/>
              </a:spcAft>
              <a:defRPr sz="2000"/>
            </a:pPr>
            <a:r>
              <a:t>Future: enforcing CSP, authenticated ZAP, SAML/LDAP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